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Transfer ladder: where cross-modality prediction breaks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77777"/>
                </a:solidFill>
              </a:defRPr>
            </a:pPr>
            <a:r>
              <a:t>Modular harness core - 2026-08-25. Every number traces to a promoted artifact with a job 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The question, and why a single number cannot answer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A Path B result has no interpretable scale on its own.</a:t>
            </a:r>
          </a:p>
          <a:p>
            <a:pPr lvl="1">
              <a:defRPr sz="1300">
                <a:solidFill>
                  <a:srgbClr val="C44E52"/>
                </a:solidFill>
              </a:defRPr>
            </a:pPr>
            <a:r>
              <a:t>L1000 and Tahoe deltas for the SAME (cell line, drug) agree at Spearman 0.041 against a split-half ceiling of 0.572, with sign concordance at chance.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No normalisation recovers it: seven per-gene transforms all land between 0.034 and 0.050, none clearing its own null [job 31661918].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So the ladder supplies the scale: each rung adds exactly one distribution shift.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Rung 0 replicate ceiling - rung 1 held-out line - rung 2 cross-platform - rung 3 GDSC2 viability - rung 4 organoids (frozen holdout).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What makes the rungs comparable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Six invariants, held identical at every rung. Violating any one turns a ratio between rungs into a comparison of two different measurements.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Gene panel: Check 1 on 14,121 genes, Check 2 on 12,368, rung 2 on 8,759 (L1000 constrains it).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CV: 5-fold over cell lines from ONE shared partition, so folds are the same partition and not merely the same count.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Metric, unit, reliability correction, and a null recomputed within each rung.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Reported as a fraction of that rung's own ceiling, never as a raw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2222"/>
                </a:solidFill>
              </a:defRPr>
            </a:pPr>
            <a:r>
              <a:t>Rung 0 - replicate ceiling</a:t>
            </a:r>
          </a:p>
        </p:txBody>
      </p:sp>
      <p:pic>
        <p:nvPicPr>
          <p:cNvPr id="3" name="Picture 2" descr="rung0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97280"/>
            <a:ext cx="716280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Split-half over plate halves, Spearman-Brown lifted to full data.</a:t>
            </a:r>
          </a:p>
          <a:p>
            <a:pPr>
              <a:defRPr sz="1100">
                <a:solidFill>
                  <a:srgbClr val="777777"/>
                </a:solidFill>
              </a:defRPr>
            </a:pPr>
            <a:r>
              <a:t>The mismatched-pair null is what makes this a ceiling rather than shared gene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2222"/>
                </a:solidFill>
              </a:defRPr>
            </a:pPr>
            <a:r>
              <a:t>Rung 1 - held-out line, DE fidelity</a:t>
            </a:r>
          </a:p>
        </p:txBody>
      </p:sp>
      <p:pic>
        <p:nvPicPr>
          <p:cNvPr id="3" name="Picture 2" descr="rung1_de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97280"/>
            <a:ext cx="7735824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shuffle_all is cleared by every source including line-independent baselines, so it tests drug specificity, not line specificity.</a:t>
            </a:r>
          </a:p>
          <a:p>
            <a:pPr>
              <a:defRPr sz="1100">
                <a:solidFill>
                  <a:srgbClr val="777777"/>
                </a:solidFill>
              </a:defRPr>
            </a:pPr>
            <a:r>
              <a:t>within_drug holds drug identity fixed and is the test the published claim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2222"/>
                </a:solidFill>
              </a:defRPr>
            </a:pPr>
            <a:r>
              <a:t>Rung 2 - cross-platform and granularity transfer</a:t>
            </a:r>
          </a:p>
        </p:txBody>
      </p:sp>
      <p:pic>
        <p:nvPicPr>
          <p:cNvPr id="3" name="Picture 2" descr="rung2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97280"/>
            <a:ext cx="11211339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Transfer penalty is cross_platform minus in_platform, both arms on one pinned panel.</a:t>
            </a:r>
          </a:p>
          <a:p>
            <a:pPr>
              <a:defRPr sz="1100">
                <a:solidFill>
                  <a:srgbClr val="777777"/>
                </a:solidFill>
              </a:defRPr>
            </a:pPr>
            <a:r>
              <a:t>Stack appears only via its L1000-context arm; it is not fitted here, so an unlabelled constant would read as a win.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2222"/>
                </a:solidFill>
              </a:defRPr>
            </a:pPr>
            <a:r>
              <a:t>Rung 3 - GDSC2 viability</a:t>
            </a:r>
          </a:p>
        </p:txBody>
      </p:sp>
      <p:pic>
        <p:nvPicPr>
          <p:cNvPr id="3" name="Picture 2" descr="rung3_chec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97280"/>
            <a:ext cx="644652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Grey bars are controls. planted must be recovered; prior is the line-independent floor.</a:t>
            </a:r>
          </a:p>
          <a:p>
            <a:pPr>
              <a:defRPr sz="1100">
                <a:solidFill>
                  <a:srgbClr val="777777"/>
                </a:solidFill>
              </a:defRPr>
            </a:pPr>
            <a:r>
              <a:t>Ceiling is independent-screen agreement, 0.457 GDSC2 vs CTRPv2 [job 31663627].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2222"/>
                </a:solidFill>
              </a:defRPr>
            </a:pPr>
            <a:r>
              <a:t>The ladder</a:t>
            </a:r>
          </a:p>
        </p:txBody>
      </p:sp>
      <p:pic>
        <p:nvPicPr>
          <p:cNvPr id="3" name="Picture 2" descr="ladd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97280"/>
            <a:ext cx="7813964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Each rung as a fraction of its OWN ceiling. Rung 4 has no ceiling and is omitted.</a:t>
            </a:r>
          </a:p>
          <a:p>
            <a:pPr>
              <a:defRPr sz="1100">
                <a:solidFill>
                  <a:srgbClr val="777777"/>
                </a:solidFill>
              </a:defRPr>
            </a:pPr>
            <a:r>
              <a:t>Rungs without both a score and a ceiling are named rather than silently dropped.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Audit: controls and provenance per 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Controls and provenance were audited mechanically, not by reading the design.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rung0_ceiling: all axes covered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rung1_check1: all axes covered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rung2_transfer: all axes covered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rung3_check2: all axes covered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rung3_ceiling: all axes covered</a:t>
            </a:r>
          </a:p>
          <a:p>
            <a:pPr lvl="1">
              <a:defRPr sz="1300">
                <a:solidFill>
                  <a:srgbClr val="C44E52"/>
                </a:solidFill>
              </a:defRPr>
            </a:pPr>
            <a:r>
              <a:t>rung4_organoid: GAPS - prov_params, prov_panel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Reading the design is how the gaps survived: the panel was imported and never called, and Check 2's positive control vanished in the array conversion.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What a reader should not conclude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4E52"/>
                </a:solidFill>
              </a:defRPr>
            </a:pPr>
            <a:r>
              <a:t>Rung 4 has NO ceiling. Verified: no dose or replicate column in any of the seven organoid tables [job 31663218].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So no rung-4 result may be stated as an absolute value. The honest form is always 'X% of what the same method achieves on cell lines'.</a:t>
            </a:r>
          </a:p>
          <a:p>
            <a:pPr lvl="1">
              <a:defRPr sz="1300">
                <a:solidFill>
                  <a:srgbClr val="777777"/>
                </a:solidFill>
              </a:defRPr>
            </a:pPr>
            <a:r>
              <a:t>Rung 4's usable n is 17 organoids at a median of 17 of 34 drugs, not the 94 screened.</a:t>
            </a:r>
          </a:p>
          <a:p>
            <a:pPr>
              <a:defRPr sz="1600">
                <a:solidFill>
                  <a:srgbClr val="C44E52"/>
                </a:solidFill>
              </a:defRPr>
            </a:pPr>
            <a:r>
              <a:t>Stack's rung-2 arm covers 14 drugs against the baselines' wider set; the two are not equally powered and are not tabulated as if they were.</a:t>
            </a:r>
          </a:p>
          <a:p>
            <a:pPr>
              <a:defRPr sz="1600">
                <a:solidFill>
                  <a:srgbClr val="C44E52"/>
                </a:solidFill>
              </a:defRPr>
            </a:pPr>
            <a:r>
              <a:t>The L1000 imputation-fidelity test is NOT ESTABLISHED: the raw gap did not survive variance matching (p = 0.270) [job 31661570].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